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 and position this as a practical onboarding design program, not only a presentation about onboarding.
Explain that the session demonstrates a complete L&amp;D solution: business challenge, learning journey, manager tools, practice scenarios, readiness assessment, and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organization is growing quickly and hiring CSMs across multiple teams. Emphasize that inconsistency becomes more visible as hiring volume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frame the business problem. The issue is not that employees are not capable; the issue is that the onboarding system is inconsistent.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onboarding to business results: faster readiness, lower manager load, and better customer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goals briefly and explain that each goal is connected to a concrete tool in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who participates directly and who supports the onboarding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journey is designed around the first 90 days, but includes manager behaviors and measurement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journey as a timeline. Emphasize progression: understand, practice,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first month is about role clarity, navigation, and reducing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practical activity. Participants identify must-know, should-know, and later-know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second month moves the new hire into guided practice, not full independence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practice expectations. The point is to build confidence before full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final phase is about ownership with manager support, not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managers are not just approvers. They are active learning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check-ins create structure and prevent informal onboarding from becoming inconsistent.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makes expectations visible for the new hire.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 pack. Scenario-based learning helps new hires practice judgment, not just memorize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Facilitate as a practical role-play. One person is the customer, one is the CSM, one observes.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questions after the role-play. Focus on discovery, clarity, and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scenario teaches risk identification and re-engagement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difference between customer silence and customer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scenario teaches expectation management and internal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balancing empathy, accuracy, and business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scenario teaches cross-functional clarity and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internal handoffs to customer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readiness should be evaluated using clear criteria, not intuition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should end the 90-day process with a clear decision and development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onboarding journey should be measured through progress, readiness, confidence, and manager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preview of the Excel dashboard that supports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practical habits managers should take from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this could be piloted and scaled in a real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participants. Ask each manager to choose one element they can improve in their current onboarding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0972800" cy="5715000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05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3F"/>
                </a:solidFill>
              </a:rPr>
              <a:t>30/60/90 Onboarding Journey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9BE8"/>
                </a:solidFill>
              </a:rPr>
              <a:t>for Customer Success Managers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practical L&amp;D Partner portfolio project designed to reduce time-to-productivity, improve onboarding consistency, and support managers with clear readiness criteria.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2461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331012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13F"/>
                </a:solidFill>
              </a:rPr>
              <a:t>L&amp;D Partner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32461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3310128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13F"/>
                </a:solidFill>
              </a:rPr>
              <a:t>Onboarding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94760" y="32461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331012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13F"/>
                </a:solidFill>
              </a:rPr>
              <a:t>Manager Enablement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06440" y="324612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331012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13F"/>
                </a:solidFill>
              </a:rPr>
              <a:t>Learning Operations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Facilitator Deck · Full Training Program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Ayelet Nogrian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Organizational Context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4360" y="132588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325880"/>
            <a:ext cx="73152" cy="416052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49047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Context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1783080"/>
            <a:ext cx="3081528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The organization is a fast-growing SaaS company hiring new Customer Success Managers across SMB, Mid-Market, and Enterprise teams. The CSM role requires product knowledge, customer communication, process understanding, risk identification, and cross-functional collaboration.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89120" y="132588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325880"/>
            <a:ext cx="73152" cy="416052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149047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Observed Pattern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90288" y="1783080"/>
            <a:ext cx="3081528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New hires were reaching independence at different speeds. Some became confident quickly, while others remained dependent on managers for routine questions and customer-facing tasks.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183880" y="132588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1325880"/>
            <a:ext cx="73152" cy="416052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5048" y="149047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L&amp;D Opportunity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85048" y="1783080"/>
            <a:ext cx="3081528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The organization needs a structured onboarding journey that creates consistency, supports managers, and defines readiness in a measurable way.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Challenge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132588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</a:rPr>
              <a:t>New hires received different levels of guidance depending on their manager.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Onboarding content was scattered across documents, meetings, and informal explanations.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Managers repeated the same answers and explanations.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New hires were unsure which information was most important.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There was no clear 30/60/90 structure or readiness criteria.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Readiness for independent work was based mainly on manager intuition.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There was limited measurement of onboarding effectiveness.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150876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1E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0" y="1508760"/>
            <a:ext cx="73152" cy="182880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2008" y="167335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Core Need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22008" y="1965960"/>
            <a:ext cx="413308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 structured onboarding journey that helps new CSMs become confident, consistent, and productive faster — while giving managers a clear framework to support and measure readiness.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720840" y="3657600"/>
            <a:ext cx="4480560" cy="1508760"/>
          </a:xfrm>
          <a:prstGeom prst="roundRect">
            <a:avLst>
              <a:gd name="adj" fmla="val 4848"/>
            </a:avLst>
          </a:prstGeom>
          <a:solidFill>
            <a:srgbClr val="FDECC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3657600"/>
            <a:ext cx="73152" cy="1508760"/>
          </a:xfrm>
          <a:prstGeom prst="rect">
            <a:avLst/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2008" y="382219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Business Risk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922008" y="4114800"/>
            <a:ext cx="413308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Inconsistent onboarding can increase manager workload, slow time-to-productivity, and create uneven customer experience.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Onboarding Consistency Matters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325880"/>
            <a:ext cx="73152" cy="361188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49047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For New Hires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1783080"/>
            <a:ext cx="2167128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Clear expectations reduce anxiety and help employees understand what to learn, when to practice, and how readiness is evaluated.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3520440" y="132588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1325880"/>
            <a:ext cx="73152" cy="361188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21608" y="149047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For Managers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21608" y="1783080"/>
            <a:ext cx="2167128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 shared framework reduces repeated explanations and helps managers coach consistently.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400800" y="132588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325880"/>
            <a:ext cx="73152" cy="36118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149047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For Customers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01968" y="1783080"/>
            <a:ext cx="2167128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Consistent onboarding improves customer communication and reduces avoidable errors.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9281160" y="132588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81160" y="1325880"/>
            <a:ext cx="73152" cy="3611880"/>
          </a:xfrm>
          <a:prstGeom prst="rect">
            <a:avLst/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82328" y="149047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For L&amp;D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482328" y="1783080"/>
            <a:ext cx="2167128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Measurement allows the learning team to identify gaps and improve the onboarding experience over time.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Goals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" y="1325880"/>
            <a:ext cx="5852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Create a consistent onboarding experience across Customer Success teams.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Define what new hires should know and do after 30, 60, and 90 days.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Equip managers with checklists, check-in templates, and readiness criteria.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Give new hires practical customer scenarios to build confidence.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Centralize onboarding knowledge and resources.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Measure readiness, confidence, knowledge, and manager satisfaction.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86600" y="150876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0" y="1508760"/>
            <a:ext cx="73152" cy="342900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87768" y="167335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Program Principle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287768" y="1965960"/>
            <a:ext cx="3813048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Effective onboarding is not only content delivery. It is a structured transition from learning → guided practice → independent ownership.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Audience &amp; Stakeholders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8580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325880"/>
            <a:ext cx="73152" cy="438912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490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Primary Audience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6968" y="1783080"/>
            <a:ext cx="303580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New Customer Success Managers who need to build role confidence, product understanding, customer communication skills, and readiness for independent customer ownership.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8912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325880"/>
            <a:ext cx="73152" cy="438912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1490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Manager Audience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90288" y="1783080"/>
            <a:ext cx="303580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CS team leads and onboarding managers responsible for coaching, check-ins, shadowing, feedback, and readiness decisions.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9244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1325880"/>
            <a:ext cx="73152" cy="438912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1490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Supporting Stakeholders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93608" y="1783080"/>
            <a:ext cx="303580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HRBPs, L&amp;D teams, Enablement teams, Product, Support, and Operations partners who contribute content, data, feedback, and process clarity.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Structure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27432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4023360"/>
                <a:gridCol w="3017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Foundation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Days 1–30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Role basics, product, tools, customer lifecycle, knowledge base, shadowing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Learning checklist + knowledge check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Practice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Days 31–60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Customer scenarios, meeting preparation, workflow practice, feedback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Scenario practice + manager feedback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Independence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Days 61–90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Customer ownership, escalation, prioritization, readiness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Readiness assessment + development plan</a:t>
                      </a:r>
                      <a:endParaRPr lang="en-US" sz="100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1417320"/>
            <a:ext cx="10789920" cy="502920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920240" y="46177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1E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920240" y="4617720"/>
            <a:ext cx="73152" cy="82296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21408" y="4782312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Design Logic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121408" y="5074920"/>
            <a:ext cx="80650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Each phase includes learning content, manager support, practical tasks, and readiness indicators.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30/60/90 Learning Journey Overview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3246120" cy="39776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16276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9BE8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4592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3F"/>
                </a:solidFill>
              </a:rPr>
              <a:t>First 30 Days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2240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3F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0120" y="28346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Company, product, CS role, tools, knowledge base, shadowing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46177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71830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F"/>
                </a:solidFill>
              </a:rPr>
              <a:t>Learn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1417320"/>
            <a:ext cx="3246120" cy="39776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6592" y="16276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9BE8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4068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3F"/>
                </a:solidFill>
              </a:rPr>
              <a:t>Days 31–60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2240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3F"/>
                </a:solidFill>
              </a:rPr>
              <a:t>Practice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54880" y="28346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Customer scenarios, meeting summaries, risk identification, guided tasks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46177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471830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F"/>
                </a:solidFill>
              </a:rPr>
              <a:t>Practice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1417320"/>
            <a:ext cx="3246120" cy="39776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31352" y="16276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9BE8"/>
                </a:solidFill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23544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3F"/>
                </a:solidFill>
              </a:rPr>
              <a:t>Days 61–90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49640" y="2240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3F"/>
                </a:solidFill>
              </a:rPr>
              <a:t>Independence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549640" y="28346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Customer ownership, complex cases, escalation, readiness assessment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549640" y="46177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9640" y="471830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13F"/>
                </a:solidFill>
              </a:rPr>
              <a:t>Own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30 Days — Foundation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23444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Goal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Build basic role understanding, product knowledge, process familiarity, and confidence navigating internal resources.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4340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123444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Focus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4456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Company overview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Product basics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CS role expectations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Customer lifecycle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Internal tools and systems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Knowledge base orientation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Shadowing customer calls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23444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Readiness Indicators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4788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explain the CS role and customer lifecycle.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navigate core tools.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find information in the knowledge base.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Understands when and how to escalate.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summarize customer call structure.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First 30-Day Knowledge Map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3F"/>
                </a:solidFill>
              </a:rPr>
              <a:t>Instructions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691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F2937"/>
                </a:solidFill>
              </a:rPr>
              <a:t>List everything a new CSM is expected to learn in the first month.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Sort each item into Must Know / Should Know / Later Know.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Identify which items need a resource, manager explanation, or practice activity.</a:t>
            </a:r>
            <a:endParaRPr lang="en-US" sz="1100" dirty="0"/>
          </a:p>
          <a:p>
            <a:r>
              <a:rPr lang="en-US" sz="1100" dirty="0">
                <a:solidFill>
                  <a:srgbClr val="1F2937"/>
                </a:solidFill>
              </a:rPr>
              <a:t>Choose 3 topics that should be added to the onboarding hub.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21208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Must Know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Should Know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Later Know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Customer lifecycle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Escalation process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Core product basics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Customer health signals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Meeting summary standards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Internal handoffs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Advanced renewal risks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Complex integrations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Portfolio strategy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172200" y="1417320"/>
            <a:ext cx="5212080" cy="457200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011680" y="4572000"/>
            <a:ext cx="8046720" cy="804672"/>
          </a:xfrm>
          <a:prstGeom prst="roundRect">
            <a:avLst>
              <a:gd name="adj" fmla="val 9091"/>
            </a:avLst>
          </a:prstGeom>
          <a:solidFill>
            <a:srgbClr val="F1E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011680" y="4572000"/>
            <a:ext cx="73152" cy="804672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212848" y="473659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Facilitator Tip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212848" y="5029200"/>
            <a:ext cx="76992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This activity helps convert vague onboarding expectations into clear learning priorities.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Days 31–60 — Practice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23444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Goal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Move from passive learning to guided practice and role-based application.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4340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123444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Focus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4456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Customer communication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Common customer scenarios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Meeting preparation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Meeting summaries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Issue documentation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Risk identification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Internal workflows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AI-supported preparation with human review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23444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Readiness Indicators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4788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prepare for a customer meeting.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document customer needs clearly.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identify basic customer risks.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use internal workflows with limited support.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communicate next steps professionally.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Guided Customer Practice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132588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</a:rPr>
              <a:t>New hire prepares for a customer meeting using the template.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Manager reviews preparation notes before the call.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New hire leads one small part of the customer conversation.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New hire writes the meeting summary after the call.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Manager gives feedback on clarity, accuracy, and next steps.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4173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417320"/>
            <a:ext cx="73152" cy="292608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1968" y="158191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Practice Output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01968" y="1874520"/>
            <a:ext cx="4315968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Customer meeting preparation notes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Customer meeting summary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Risk or blocker documentation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Manager feedback notes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Next-step action items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400800" y="461772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DDF7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4617720"/>
            <a:ext cx="73152" cy="73152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478231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Key Principle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01968" y="5074920"/>
            <a:ext cx="4315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Practice should be low-risk, structured, and followed by feedback.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Days 61–90 — Independence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23444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Goal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Build confidence and readiness for independent customer ownership.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4340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123444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Focus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4456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Managing customer portfolio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Handling complex customer situations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Prioritizing customer needs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Escalation decisions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Cross-functional collaboration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Performance expectations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Continuous learning plan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23444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3990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Readiness Indicators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47888" y="1691640"/>
            <a:ext cx="312724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manage standard customer interactions independently.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identify risks and escalate appropriately.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use tools with confidence.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Can explain priorities and next steps.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Demonstrates readiness for portfolio ownership.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 Role in the Journey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61320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8549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</a:rPr>
                        <a:t>Manager Actions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Before Start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Prepare access, schedule, buddy, shadowing calls, and expectations.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Week 1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Set role clarity, introduce team context, confirm where to ask questions.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First 30 Days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Review learning checklist, shadowing notes, knowledge check, and confusion areas.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Days 31–60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Assign guided tasks, observe practice, review summaries, and give feedback.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Days 61–90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937"/>
                          </a:solidFill>
                        </a:rPr>
                        <a:t>Increase ownership, conduct readiness assessment, and define next-quarter development goals.</a:t>
                      </a:r>
                      <a:endParaRPr lang="en-US" sz="9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2960" y="1234440"/>
            <a:ext cx="10561320" cy="411480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 Check-In Template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4360" y="123444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234440"/>
            <a:ext cx="73152" cy="452628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3990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Progress Review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1691640"/>
            <a:ext cx="239572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What did you complete this week?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What felt clear?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What felt difficult?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What needs more practice?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3566160" y="123444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234440"/>
            <a:ext cx="73152" cy="4526280"/>
          </a:xfrm>
          <a:prstGeom prst="rect">
            <a:avLst/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67328" y="13990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Knowledge &amp; Tools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67328" y="1691640"/>
            <a:ext cx="239572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Which tools did you use?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What information was hard to find?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Which process still feels unclear?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537960" y="123444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1234440"/>
            <a:ext cx="73152" cy="45262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39128" y="13990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Customer Confidence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39128" y="1691640"/>
            <a:ext cx="239572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Which customer situation feels easiest?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Which feels hardest?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What would help you feel more prepared?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9509760" y="1234440"/>
            <a:ext cx="2148840" cy="45262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09760" y="1234440"/>
            <a:ext cx="73152" cy="4526280"/>
          </a:xfrm>
          <a:prstGeom prst="rect">
            <a:avLst/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10928" y="139903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Next Steps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710928" y="1691640"/>
            <a:ext cx="180136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Learning tasks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Practice assignment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Shadowing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Follow-up date</a:t>
            </a:r>
            <a:endParaRPr lang="en-US" sz="9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Hire Learning Checklist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10789920" cy="4983480"/>
        </p:xfrm>
        <a:graphic>
          <a:graphicData uri="http://schemas.openxmlformats.org/drawingml/2006/table">
            <a:tbl>
              <a:tblPr/>
              <a:tblGrid>
                <a:gridCol w="2286000"/>
                <a:gridCol w="8503920"/>
              </a:tblGrid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Company &amp; Role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Company mission, CS structure, role expectations, customer lifecycle, success metrics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Product Knowledge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Core features, use cases, customer pain points, product value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Tools &amp; Systems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CRM, support platform, knowledge base, customer health dashboard, internal communication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Customer Communication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Shadow calls, discovery questions, meeting summaries, follow-up emails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Processes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Escalation, handoff, risk documentation, renewal signals, feedback collection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Practice &amp; Readiness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Scenario exercises, live practice, case reflection, readiness assessment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77240" y="1143000"/>
            <a:ext cx="10789920" cy="411480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Scenario Practice Pack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Scenario 1 — Confused New Customer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Scenario 2 — At-Risk Customer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Scenario 3 — Feature Request Pressure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Scenario 4 — Internal Handoff Issue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1417320"/>
            <a:ext cx="73152" cy="182880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1581912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Scenario Structure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87568" y="1874520"/>
            <a:ext cx="504748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Situation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New Hire Task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Practice Questions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Expected Behaviors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Manager Feedback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486400" y="36576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1E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0" y="3657600"/>
            <a:ext cx="73152" cy="128016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3822192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Goal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687568" y="4114800"/>
            <a:ext cx="50474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Help new hires practice realistic customer situations before they manage customer interactions independently.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1 — Confused New Customer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85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14300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Situation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6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 new customer joined two weeks ago but has not started using the platform. The customer says they are “not sure where to begin.”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114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0" y="114300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New Hire Task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315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Prepare a customer conversation that clarifies the customer’s goals, blockers, and next steps.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54380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14300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44968" y="13075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Expected Behaviors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44968" y="1600200"/>
            <a:ext cx="340156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Ask open-ended questions.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Clarify customer goals.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Identify adoption blockers.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Offer simple next steps.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Document the conversation clearly.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1 Discussion Questions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" y="132588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What questions would you ask the customer?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information should you check before the call?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internal resources could help?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should be documented after the call?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When should this be escalated?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5087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DDF7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508760"/>
            <a:ext cx="73152" cy="20116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67335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Point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84848" y="1965960"/>
            <a:ext cx="39502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New CSMs need to move from reacting to confusion toward structured discovery, simple next steps, and clear follow-up.</a:t>
            </a:r>
            <a:endParaRPr lang="en-US" sz="9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2 — At-Risk Customer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20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85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14300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Situation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6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 customer’s usage has dropped significantly over the past month. The customer has not responded to the last two emails.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114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0" y="114300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New Hire Task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315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Prepare an action plan to re-engage the customer and identify whether escalation is needed.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54380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14300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44968" y="13075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Expected Behaviors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44968" y="1600200"/>
            <a:ext cx="340156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Review customer history.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Identify risk signals.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Draft clear communication.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Escalate if needed.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Define follow-up timeline.</a:t>
            </a:r>
            <a:endParaRPr lang="en-US" sz="9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2 Discussion Questions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" y="132588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What data should you review first?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could explain the drop in usage?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How would you write the follow-up message?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Who should be informed internally?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would count as successful re-engagement?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5087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DDF7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508760"/>
            <a:ext cx="73152" cy="20116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67335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Point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84848" y="1965960"/>
            <a:ext cx="39502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Risk management requires data review, thoughtful communication, internal alignment, and clear follow-up timing.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3 — Feature Request Pressure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85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14300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Situation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6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 customer asks for a feature that does not currently exist and says it may affect renewal.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114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0" y="114300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New Hire Task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315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Respond professionally while gathering information and managing expectations without overpromising.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54380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14300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44968" y="13075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Expected Behaviors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44968" y="1600200"/>
            <a:ext cx="340156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Listen and validate the customer need.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Avoid promising unavailable features.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Document business impact.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Route the request internally.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Set realistic expectations.</a:t>
            </a:r>
            <a:endParaRPr lang="en-US" sz="9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3 Discussion Questions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" y="132588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What should you say to the customer?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information should you collect?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How should the request be documented?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Which internal teams should be involved?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How do you avoid overpromising?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5087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DDF7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508760"/>
            <a:ext cx="73152" cy="20116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67335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Point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84848" y="1965960"/>
            <a:ext cx="39502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Customer empathy must be balanced with internal accuracy and realistic commitments.</a:t>
            </a:r>
            <a:endParaRPr lang="en-US" sz="9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4 — Internal Handoff Issue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85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143000"/>
            <a:ext cx="73152" cy="443484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Situation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6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 customer issue requires support from Product and Support, but the internal ownership is unclear.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114800" y="114300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0" y="1143000"/>
            <a:ext cx="73152" cy="443484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130759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New Hire Task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315968" y="1600200"/>
            <a:ext cx="280720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Create a clear internal handoff message that defines the issue, urgency, owner, and next step.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54380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143000"/>
            <a:ext cx="73152" cy="443484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44968" y="13075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Expected Behaviors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44968" y="1600200"/>
            <a:ext cx="3401568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Summarize the issue clearly.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Include customer impact.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Define owner and next step.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Communicate timeline.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Track resolution.</a:t>
            </a:r>
            <a:endParaRPr lang="en-US" sz="9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4 Discussion Questions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" y="132588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What information must be included?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Who needs to be tagged?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is the urgency level?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What should the customer be told?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How should follow-up be tracked?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5087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DDF7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508760"/>
            <a:ext cx="73152" cy="20116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67335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Learning Point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84848" y="1965960"/>
            <a:ext cx="39502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Good handoffs reduce internal confusion and protect the customer experience.</a:t>
            </a:r>
            <a:endParaRPr lang="en-US" sz="9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Readiness Assessment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097280"/>
          <a:ext cx="10789920" cy="5166360"/>
        </p:xfrm>
        <a:graphic>
          <a:graphicData uri="http://schemas.openxmlformats.org/drawingml/2006/table">
            <a:tbl>
              <a:tblPr/>
              <a:tblGrid>
                <a:gridCol w="2743200"/>
                <a:gridCol w="8046720"/>
              </a:tblGrid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Ready Indicators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Product Knowledge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Explains product value and core features clearly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Customer Communication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Handles standard conversations professionally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Tool Usage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Navigates tools independently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Process Understanding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Follows workflows accurately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Risk Identification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Identifies and escalates risks proactively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Documentation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Provides clear and useful summaries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Internal Collaboration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Engages the right stakeholders independently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Prioritization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Manages priorities with limited support</a:t>
                      </a:r>
                      <a:endParaRPr lang="en-US" sz="9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77240" y="1097280"/>
            <a:ext cx="10789920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Readiness Decision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325880"/>
            <a:ext cx="73152" cy="356616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490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Ready for Independent Ownership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32688" y="1783080"/>
            <a:ext cx="303580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Employee can manage standard customer interactions, identify risks, escalate appropriately, and communicate clearly with customers and internal teams.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89120" y="13258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325880"/>
            <a:ext cx="73152" cy="356616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1490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Ready with Limited Support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90288" y="1783080"/>
            <a:ext cx="303580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Employee can perform most standard tasks but still needs focused coaching in one or two areas.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46720" y="13258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325880"/>
            <a:ext cx="73152" cy="3566160"/>
          </a:xfrm>
          <a:prstGeom prst="rect">
            <a:avLst/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490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Additional Development Needed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47888" y="1783080"/>
            <a:ext cx="303580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Employee needs a focused development plan based on readiness gaps and manager assessment.</a:t>
            </a:r>
            <a:endParaRPr lang="en-US" sz="9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Plan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" y="13258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</a:rPr>
              <a:t>30/60/90 completion rate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New hire confidence growth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Knowledge check score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Readiness score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Shadowing completion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Scenario practice completion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Manager satisfaction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Reduction in repeated questions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</a:rPr>
              <a:t>Time-to-productivity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508760"/>
            <a:ext cx="4389120" cy="2011680"/>
          </a:xfrm>
          <a:prstGeom prst="roundRect">
            <a:avLst>
              <a:gd name="adj" fmla="val 3636"/>
            </a:avLst>
          </a:prstGeom>
          <a:solidFill>
            <a:srgbClr val="F1E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508760"/>
            <a:ext cx="73152" cy="2011680"/>
          </a:xfrm>
          <a:prstGeom prst="rect">
            <a:avLst/>
          </a:prstGeom>
          <a:solidFill>
            <a:srgbClr val="A69BE8"/>
          </a:solidFill>
          <a:ln w="12700">
            <a:solidFill>
              <a:srgbClr val="A69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3408" y="167335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Measurement Logic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93408" y="1965960"/>
            <a:ext cx="404164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The program measures not only whether learning was completed, but whether the employee is becoming ready, confident, and independent.</a:t>
            </a:r>
            <a:endParaRPr lang="en-US" sz="9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KPI Dashboard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097280"/>
          <a:ext cx="5212080" cy="512064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</a:tblGrid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New Hires in Program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24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30-Day Completion Average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88%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60-Day Completion Average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81%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90-Day Completion Average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87%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Average Confidence at Day 30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3.0/5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Average Confidence at Day 90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4.3/5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Average Knowledge Score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86%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Average Readiness Score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4.2/5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Manager Satisfaction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4.4/5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Reduction in Repeated Questions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</a:rPr>
                        <a:t>32%</a:t>
                      </a:r>
                      <a:endParaRPr lang="en-US" sz="88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2960" y="1097280"/>
            <a:ext cx="5212080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92240" y="132588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92240" y="1325880"/>
            <a:ext cx="73152" cy="3566160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93408" y="149047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Recommended Actions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693408" y="1783080"/>
            <a:ext cx="413308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Add extra product practice for teams below 80% knowledge score.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Create more customer scenarios for Enterprise CS.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Add manager calibration session for readiness scoring.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Improve knowledge base navigation for new hires.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Review repeated questions monthly and update onboarding content.</a:t>
            </a:r>
            <a:endParaRPr lang="en-US" sz="9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 Takeaways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" y="132588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Set clear expectations before day one.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Use the 30/60/90 journey to structure learning and practice.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Hold weekly check-ins focused on clarity, confidence, and blockers.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Use scenarios to build customer-facing readiness.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Evaluate readiness using defined criteria, not intuition only.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Feed repeated questions back into the knowledge hub.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160020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DDF7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0" y="1600200"/>
            <a:ext cx="73152" cy="2011680"/>
          </a:xfrm>
          <a:prstGeom prst="rect">
            <a:avLst/>
          </a:prstGeom>
          <a:solidFill>
            <a:srgbClr val="DDF7EC"/>
          </a:solidFill>
          <a:ln w="12700">
            <a:solidFill>
              <a:srgbClr val="DDF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1764792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3F"/>
                </a:solidFill>
              </a:rPr>
              <a:t>Key Message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24928" y="2057400"/>
            <a:ext cx="34930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Structured onboarding creates consistency, confidence, and faster time-to-productivity.</a:t>
            </a:r>
            <a:endParaRPr lang="en-US" sz="9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31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25880"/>
          <a:ext cx="10241280" cy="3749040"/>
        </p:xfrm>
        <a:graphic>
          <a:graphicData uri="http://schemas.openxmlformats.org/drawingml/2006/table">
            <a:tbl>
              <a:tblPr/>
              <a:tblGrid>
                <a:gridCol w="2194560"/>
                <a:gridCol w="8046720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Phase 1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Pilot with 8–10 new CSMs and their managers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Phase 2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Collect feedback from new hires and managers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Phase 3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Refine checklists, scenarios, and knowledge hub resources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Phase 4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Roll out to all new CSMs across teams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Phase 5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Review dashboard monthly and update onboarding content</a:t>
                      </a:r>
                      <a:endParaRPr lang="en-US" sz="10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1325880"/>
            <a:ext cx="10241280" cy="411480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213F"/>
          </a:solidFill>
          <a:ln w="12700">
            <a:solidFill>
              <a:srgbClr val="172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· L&amp;D PARTNER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100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Ayelet Nogrian · Learning &amp; Enablement Portfolio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51560" y="2057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13F"/>
                </a:solidFill>
              </a:rPr>
              <a:t>Structured onboarding creates consistency, confidence, and faster time-to-productivity.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29768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9BE8"/>
                </a:solidFill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30/60/90 Onboarding Journey for Customer Success Managers</dc:title>
  <dc:subject>L&amp;D Portfolio Project - 30/60/90 Onboarding Journey for Customer Success Managers</dc:subject>
  <dc:creator>Ayelet Nogrian</dc:creator>
  <cp:lastModifiedBy>Ayelet Nogrian</cp:lastModifiedBy>
  <cp:revision>1</cp:revision>
  <dcterms:created xsi:type="dcterms:W3CDTF">2026-04-30T07:59:56Z</dcterms:created>
  <dcterms:modified xsi:type="dcterms:W3CDTF">2026-04-30T07:59:56Z</dcterms:modified>
</cp:coreProperties>
</file>