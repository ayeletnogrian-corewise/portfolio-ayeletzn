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Welcome participants and position the program as a practical enablement journey. Emphasize that the goal is not to turn everyone into AI experts, but to help people use AI safely and productively in real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technology access alone does not create adoption. Ask: where do you see AI being used today, and where does it still feel unclear or risky?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organizational, not individual. Employees are not resistant because they are unwilling; many lack confidence, examples, guidelines, and manager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a strong AI program is role-aware. The same generic lecture will not serve managers, employees, HR, and customer-facing teams equally.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the goals to behavior change: we are not only measuring whether people attended training, but whether they can apply AI safely and practically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flow: awareness first, then practice, then manager enablement, then real use cases, and finally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session to lower anxiety and reduce risky behavior. Make clear that responsible AI is not about fear; it is about good judgment and safe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in pairs for 5 minutes. Debrief by asking participants to explain their reasoning, not just the answer. Reinforce the principle: when uncertain, minimize data and ask for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participants this checklist should be visible and usable, not hidden inside a policy document. It can later be placed in Notion, LMS, or manager toolkits.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better prompting is not magic. It is good communication: give context, define the task, request a format, and add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10 minutes for practice. Ask volunteers to share before/after prompts. Focus on transfer: how will they reuse this formula in daily work?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prompt libraries create consistency and speed. They also reduce unsafe experimentation because approved examples are easier to use than improvised risky prompts.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managers as adoption multipliers. If managers do not reinforce the behaviors, AI training often remains a one-time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managers which prompt they would use this week. Emphasize that prompts involving employees require extra caution and human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conversion point from training to adoption. Each participant leaves with a real use case, not only theoretical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participants to choose use cases that are practical and safe. Avoid starting with sensitive people decisions, confidential data, or high-risk compliance contexts.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form supports learning operations: it creates a scalable use-case library and gives L&amp;D data about where adoption is happening.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distinction between vanity metrics and impact metrics. Attendance matters, but adoption and applied use cases matter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dashboard should be reviewed monthly after rollout. Metrics are useful only if they trigger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rubric is useful for L&amp;D and managers when reviewing submitted use cases. It turns prompt quality into a visible learning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 pilot prevents overengineering. Start small, learn quickly, then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managers to frame AI adoption positively and practically. Avoid exaggerated promises or fear-based messaging.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risks are not reasons to avoid AI enablement. They are reasons to build enablement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do not need to police every AI use case. Their job is to create clarity, support learning, and reinforce safe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practical accountability. AI enablement is not only an L&amp;D activity; it becomes part of everyday professional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content should not disappear after the training. A knowledge hub makes templates, checklists, and examples accessible at the moment of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shown in a portfolio walkthrough. It explains how the project demonstrates L&amp;D design, learning operations, AI enablement, and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core message: AI enablement is successful when people use AI responsibly, confidently, and in ways that improve real workflows. Invite final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same questions before and after the program to show movement. Add open questions to identify follow-up learning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final reflections. Ask participants: what is one AI use case you will test this week, and what is one guardrail you will apply?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AI Enablement Program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9418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FF"/>
                </a:solidFill>
              </a:rPr>
              <a:t>From Awareness to Workflow Adoption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560320"/>
            <a:ext cx="9052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practical training program for employees and managers to use AI responsibly, confidently, and effectively in daily work.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5989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EEFF"/>
                </a:solidFill>
              </a:rPr>
              <a:t>Portfolio project | L&amp;D · AI Enablement · Learning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Organizational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AI tools are already entering daily work. Adoption now needs structure.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3035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Current situation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Employees and managers have access to AI tools such as ChatGPT, Microsoft Copilot, Notion AI, and other productivity tools. Usage is growing, but it is uneven across teams.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54480"/>
            <a:ext cx="0" cy="10972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035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Risk if unmanaged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Without clear guidance, teams may overuse AI, avoid it completely, enter sensitive data, rely on weak outputs, or fail to connect AI learning to real productivity.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54480"/>
            <a:ext cx="0" cy="109728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94760"/>
            <a:ext cx="255803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01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Tool access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AI becomes available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71266" y="4274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45002" y="3794760"/>
            <a:ext cx="255803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02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Uneven use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Teams adopt differently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0468" y="4274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204204" y="3794760"/>
            <a:ext cx="255803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03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Learning gap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No shared behaviors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789670" y="4274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963406" y="3794760"/>
            <a:ext cx="255803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04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Enablement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Training + tools + KPIs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The problem identified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organization identified a gap between AI availability and practical, responsible adoption.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3492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What was happening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Some employees used AI daily; others avoided it.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Prompt quality varied significantly between teams.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Employees were unsure what data is safe to enter.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Managers lacked tools to support team adoption.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AI training was often too theoretical or one-time.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There was limited measurement beyond attendance.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08760"/>
            <a:ext cx="0" cy="40690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371600"/>
            <a:ext cx="534924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Business impact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Low return on AI tool investment.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Inconsistent quality of AI-generated work.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Potential confidentiality and privacy risks.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Missed productivity opportunities.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Manager uncertainty and limited follow-up.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No clear view of adoption or behavior change.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08760"/>
            <a:ext cx="0" cy="40690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Target audiences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Different groups need different AI enablement support.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All employees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AI basics, responsible use, prompting for daily tasks, summarizing, writing, planning, and organizing information.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08760"/>
            <a:ext cx="0" cy="1645920"/>
          </a:xfrm>
          <a:prstGeom prst="line">
            <a:avLst/>
          </a:prstGeom>
          <a:noFill/>
          <a:ln w="38100">
            <a:solidFill>
              <a:srgbClr val="D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7160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Managers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AI for 1:1 preparation, feedback, team planning, onboarding, communication, and decision support with human review.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1508760"/>
            <a:ext cx="0" cy="164592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37160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HR / L&amp;D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Learning design, employee communication, feedback synthesis, training outlines, manager guides, and onboarding materials.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508760"/>
            <a:ext cx="0" cy="164592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1371600"/>
            <a:ext cx="25603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Operations / CS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Case summaries, customer responses, SOPs, internal updates, and identifying repeated issues in workflows.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3688" y="1508760"/>
            <a:ext cx="0" cy="164592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886200"/>
            <a:ext cx="10058400" cy="132588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Segmentation principle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The program teaches common AI foundations, then adapts examples and practice tasks by audience and role.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Each audience leaves with templates they can use immediately.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Managers receive additional tools to reinforce adoption.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61288" y="4023360"/>
            <a:ext cx="0" cy="105156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Training goals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Move employees from awareness to confident daily workflow adoption.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01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Understand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AI opportunities and limits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19426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93162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02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Use safely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Responsible AI behaviors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26787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00523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03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Prompt better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Structured prompts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4149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07885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04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Apply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Real work use cases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41510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15246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05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Measure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Adoption and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103327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Learning outcomes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Explain what AI can and cannot do in workplace contexts.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Apply responsible AI rules before using tools.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Write clear prompts for common work tasks.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Use AI to support real workflows with human review.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Submit one practical AI use case from their role.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Managers can guide team adoption and review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" y="3840480"/>
            <a:ext cx="0" cy="169164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Program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5-week blended learning journey with practical outputs.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01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Week 1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AI Basics &amp; Responsible Use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19426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93162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02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Week 2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Prompting for Daily Work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26787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00523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03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Week 3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AI for Managers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4149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07885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04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Week 4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AI Use Case Lab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41510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15246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05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Week 5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Adoption &amp; Measurement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383280"/>
          <a:ext cx="10789920" cy="2057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49377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Live sessions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Build shared understanding and confidence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Facilitated learning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Hands-on practice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Apply AI to real tasks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Prompt exercises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Templates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Create immediate transfer to work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Prompt library + checklists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Use case lab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Move from learning to adoption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Documented use cases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Dashboard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Measure behavior change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Adoption and impact KPIs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Week 1 — AI basics &amp; responsible use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Participants build AI literacy and understand safety boundaries.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25780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Topics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What AI tools can and cannot do.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Common work use cases and limitations.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Human review and judgment.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Privacy, confidentiality, accuracy, and bias.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Organizational do’s and don’ts.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08760"/>
            <a:ext cx="0" cy="265176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371600"/>
            <a:ext cx="5257800" cy="2926080"/>
          </a:xfrm>
          <a:prstGeom prst="rect">
            <a:avLst/>
          </a:prstGeom>
          <a:solidFill>
            <a:srgbClr val="DDF7EC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Output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Responsible AI Checklist.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Short knowledge check.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Shared language for safe AI use.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Scenario classification exercise.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08760"/>
            <a:ext cx="0" cy="265176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709160"/>
            <a:ext cx="10012680" cy="82296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Core message
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AI can support work, but employees remain responsible for checking quality, accuracy, privacy, and context before using or sharing outputs.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07008" y="4846320"/>
            <a:ext cx="0" cy="54864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Activity — Is this safe to use AI for?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Participants classify workplace scenarios by risk level.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972800" cy="3063240"/>
        </p:xfrm>
        <a:graphic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Classification options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Summarize a public article about industry trends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Safe / Caution / Not allowed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Upload confidential employee performance notes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Safe / Caution / Not allowed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Draft a meeting agenda for a team sync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Safe / Caution / Not allowed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Analyze customer complaints with personal details included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Safe / Caution / Not allowed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Rewrite an internal announcement in a clearer tone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Safe / Caution / Not allowed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4892040"/>
            <a:ext cx="10332720" cy="777240"/>
          </a:xfrm>
          <a:prstGeom prst="rect">
            <a:avLst/>
          </a:prstGeom>
          <a:solidFill>
            <a:srgbClr val="FDECC8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Discussion prompt
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What makes a use case safe, risky, or not allowed? What information should never be entered into an AI tool?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24128" y="5029200"/>
            <a:ext cx="0" cy="50292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Responsible AI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practical tool before using AI in daily work.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4434840"/>
        </p:xfrm>
        <a:graphic>
          <a:graphicData uri="http://schemas.openxmlformats.org/drawingml/2006/table">
            <a:tbl>
              <a:tblPr/>
              <a:tblGrid>
                <a:gridCol w="4206240"/>
                <a:gridCol w="6995160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Before using AI, ask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Is the information confidential?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Protect company, customer, and employee data.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Does it include personal or sensitive data?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Avoid privacy and compliance risks.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Is human review required?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AI output is not final authority.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Could this affect a person or business decision?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Higher-impact use cases require more caution.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Are facts verified?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Dates, numbers, policies, and claims must be checked.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Could the output include bias?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Review assumptions and fairness.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Is this an approved use case?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Escalate unclear cases to manager, Legal, HR, or IT.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Week 2 — Prompting for daily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Participants learn how to ask better questions and improve outputs.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525780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Topics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What makes a useful prompt.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Context, role, task, format, tone, constraints.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How to iterate and improve an answer.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How to validate outputs.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When to provide examples.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554480"/>
            <a:ext cx="0" cy="265176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417320"/>
            <a:ext cx="5074920" cy="77724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3F"/>
                </a:solidFill>
              </a:rPr>
              <a:t>Prompt formula
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Role + Context + Task + Format + Tone + Constraints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64808" y="1554480"/>
            <a:ext cx="0" cy="50292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423160"/>
            <a:ext cx="50749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Example
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</a:rPr>
              <a:t>Act as an L&amp;D specialist. Create a 45-minute training outline for new managers on giving feedback. Include objectives, agenda, activity, discussion question, and knowledge check. Use a practical and professional tone.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64808" y="2560320"/>
            <a:ext cx="0" cy="1645920"/>
          </a:xfrm>
          <a:prstGeom prst="line">
            <a:avLst/>
          </a:prstGeom>
          <a:noFill/>
          <a:ln w="381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754880"/>
            <a:ext cx="10241280" cy="777240"/>
          </a:xfrm>
          <a:prstGeom prst="rect">
            <a:avLst/>
          </a:prstGeom>
          <a:solidFill>
            <a:srgbClr val="DDF7EC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Output
</a:t>
            </a:r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Participants create a basic prompt, improved prompt, and final structured prompt for one real work task.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9848" y="4892040"/>
            <a:ext cx="0" cy="50292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Activity — Prompt improvement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Participants bring one real task and improve the prompt in three rounds.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477768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01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Round 1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Write a basic prompt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91000" y="203454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64736" y="1554480"/>
            <a:ext cx="3477768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02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Round 2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Add context and format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9936" y="203454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043672" y="1554480"/>
            <a:ext cx="3477768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03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Round 3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Add constraints and review criteria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3337560"/>
          <a:ext cx="9829800" cy="1828800"/>
        </p:xfrm>
        <a:graphic>
          <a:graphicData uri="http://schemas.openxmlformats.org/drawingml/2006/table">
            <a:tbl>
              <a:tblPr/>
              <a:tblGrid>
                <a:gridCol w="2468880"/>
                <a:gridCol w="7360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Prompt version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What to include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Basic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The task in one sentence.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Improved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Audience, context, expected output, tone.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Final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Constraints, examples, review criteria, what not to do.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188720" y="5440680"/>
            <a:ext cx="9829800" cy="502920"/>
          </a:xfrm>
          <a:prstGeom prst="rect">
            <a:avLst/>
          </a:prstGeom>
          <a:solidFill>
            <a:srgbClr val="FDECC8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Facilitator question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What changed in the quality of the output when the prompt became more specific?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298448" y="5577840"/>
            <a:ext cx="0" cy="22860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Prompt library examples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Ready-to-use prompts reduce friction and support safe adoption.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397764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685800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Audience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Prompt starter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Meeting summary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Employees / Managers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Turn these notes into decisions, actions, owners, and deadlines.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Training outline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L&amp;D / Managers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Create a 45-minute session outline on [topic] for [audience].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1:1 preparation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Help me prepare supportive open questions for a 1:1 about [topic].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Onboarding checklist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Managers / HR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Create a 30-day onboarding checklist for [role].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Feedback summary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HR / L&amp;D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Identify themes in anonymous feedback without assumptions beyond the data.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5532120"/>
            <a:ext cx="9601200" cy="50292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Design note
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Each prompt in the library should include risk level and human review guidance.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89888" y="5669280"/>
            <a:ext cx="0" cy="22860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Week 3 — AI for managers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Managers learn how to reinforce adoption and use AI responsibly in routines.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3035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 use cases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Prepare for 1:1 conversations.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Draft development plans.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Summarize team feedback themes.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Prepare communication about change.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Create onboarding plans and checklists.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Structure action items from meeting notes.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08760"/>
            <a:ext cx="0" cy="329184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371600"/>
            <a:ext cx="53035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 responsibilities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Model safe AI behavior.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Discuss approved use cases.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Review outputs before use.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Create space for questions.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Avoid using AI as final authority for people decisions.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Track adoption and barriers.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08760"/>
            <a:ext cx="0" cy="329184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5257800"/>
            <a:ext cx="10012680" cy="658368"/>
          </a:xfrm>
          <a:prstGeom prst="rect">
            <a:avLst/>
          </a:prstGeom>
          <a:solidFill>
            <a:srgbClr val="DDF7EC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Key message
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Managers do not need to become technical AI experts. They need to create clarity, safety, and practical adoption habits for their teams.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07008" y="5394960"/>
            <a:ext cx="0" cy="384048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Manager prompt cards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Short reusable prompts for common management routines.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3035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1:1 preparation
</a:t>
            </a:r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</a:rPr>
              <a:t>Help me prepare a supportive 1:1 conversation with an employee about [topic]. Suggest open questions, possible follow-up actions, and a short summary template.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54480"/>
            <a:ext cx="0" cy="96012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035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Development plan
</a:t>
            </a:r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</a:rPr>
              <a:t>Create a 30-day development plan for an employee who needs to improve [skill]. Include weekly focus areas, practice tasks, and manager check-ins.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54480"/>
            <a:ext cx="0" cy="960120"/>
          </a:xfrm>
          <a:prstGeom prst="line">
            <a:avLst/>
          </a:prstGeom>
          <a:noFill/>
          <a:ln w="38100">
            <a:solidFill>
              <a:srgbClr val="D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71800"/>
            <a:ext cx="53035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Feedback preparation
</a:t>
            </a:r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</a:rPr>
              <a:t>Help me prepare constructive feedback using Situation-Behavior-Impact-Next Step. Keep the tone respectful and specific.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" y="3108960"/>
            <a:ext cx="0" cy="82296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971800"/>
            <a:ext cx="53035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Team communication
</a:t>
            </a:r>
            <a:pPr indent="0" marL="0">
              <a:buNone/>
            </a:pPr>
            <a:r>
              <a:rPr lang="en-US" sz="810" dirty="0">
                <a:solidFill>
                  <a:srgbClr val="1F2937"/>
                </a:solidFill>
              </a:rPr>
              <a:t>Draft a clear team update about [change]. Include context, what is changing, why it matters, next steps, and where to ask questions.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73368" y="3108960"/>
            <a:ext cx="0" cy="82296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10332720" cy="68580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Human review rule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AI can help draft and structure. The manager must review tone, accuracy, context, fairness, and final wording.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4128" y="5029200"/>
            <a:ext cx="0" cy="4114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Week 4 — AI use case lab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Participants apply AI to one real workflow and document the result.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393192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Participant action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1. Choose task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Select a repetitive, writing-heavy, planning, or information-organizing task.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2. Describe current workflow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What happens today? What is slow, unclear, or repetitive?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3. Use AI safely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Apply an approved prompt and remove sensitive information.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4. Review output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Check accuracy, tone, privacy, and business context.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5. Document use case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Submit task, prompt, output, review, and expected improvement.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8720" y="5532120"/>
            <a:ext cx="9875520" cy="502920"/>
          </a:xfrm>
          <a:prstGeom prst="rect">
            <a:avLst/>
          </a:prstGeom>
          <a:solidFill>
            <a:srgbClr val="DDF7EC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Output
</a:t>
            </a:r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AI Use Case Submission Form + Use Case Library for future scaling.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98448" y="5669280"/>
            <a:ext cx="0" cy="22860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Role-based AI use case examples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Examples should match real workflows by team.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4348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Audience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Human review focus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Employees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Draft internal updates, summarize meetings, organize tasks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Accuracy, tone, confidentiality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Prepare 1:1s, development plans, team messages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Fairness, context, employee sensitivity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HR / L&amp;D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Create training outlines, guides, surveys, summaries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Policy accuracy, bias, privacy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Operations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Write SOPs, summarize issues, prepare internal updates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Process accuracy and ownership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Customer teams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Draft responses, summarize cases, identify repeated issues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Customer data privacy and tone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88720" y="5669280"/>
            <a:ext cx="9875520" cy="457200"/>
          </a:xfrm>
          <a:prstGeom prst="rect">
            <a:avLst/>
          </a:prstGeom>
          <a:solidFill>
            <a:srgbClr val="FDECC8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Facilitator prompt
</a:t>
            </a:r>
            <a:pPr indent="0" marL="0">
              <a:buNone/>
            </a:pPr>
            <a:r>
              <a:rPr lang="en-US" sz="930" dirty="0">
                <a:solidFill>
                  <a:srgbClr val="1F2937"/>
                </a:solidFill>
              </a:rPr>
              <a:t>Which use case creates the highest value with the lowest risk?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98448" y="5806440"/>
            <a:ext cx="0" cy="18288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AI use case submission 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simple form helps collect, review, and scale good examples.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434840"/>
        </p:xfrm>
        <a:graphic>
          <a:graphicData uri="http://schemas.openxmlformats.org/drawingml/2006/table">
            <a:tbl>
              <a:tblPr/>
              <a:tblGrid>
                <a:gridCol w="2743200"/>
                <a:gridCol w="8092440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Task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Summarizing customer meeting notes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Original workflow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Manual review and summary after each call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Pain point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Takes 20 minutes and action items are sometimes unclear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Prompt used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Turn notes into decisions, risks, actions, owners, and follow-up questions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Human review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Checked accuracy and removed sensitive details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Estimated improvement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20 minutes saved per meeting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Risk level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Medium — requires human review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Week 5 — Adoption &amp; measurement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Training success is measured by behavior change, not attendance only.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1600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3F"/>
                </a:solidFill>
              </a:rPr>
              <a:t>86%
</a:t>
            </a:r>
            <a:pPr algn="ctr"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Completion rate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606040" y="1417320"/>
            <a:ext cx="1600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3F"/>
                </a:solidFill>
              </a:rPr>
              <a:t>2.4/5
</a:t>
            </a:r>
            <a:pPr algn="ctr"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Confidence before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26280" y="1417320"/>
            <a:ext cx="1600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3F"/>
                </a:solidFill>
              </a:rPr>
              <a:t>4.1/5
</a:t>
            </a:r>
            <a:pPr algn="ctr"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Confidence after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1600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3F"/>
                </a:solidFill>
              </a:rPr>
              <a:t>68%
</a:t>
            </a:r>
            <a:pPr algn="ctr"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Weekly usage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366760" y="1417320"/>
            <a:ext cx="1600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3F"/>
                </a:solidFill>
              </a:rPr>
              <a:t>47
</a:t>
            </a:r>
            <a:pPr algn="ctr"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Use cases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87000" y="1417320"/>
            <a:ext cx="1600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7500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3F"/>
                </a:solidFill>
              </a:rPr>
              <a:t>4.4/5
</a:t>
            </a:r>
            <a:pPr algn="ctr" indent="0" marL="0">
              <a:buNone/>
            </a:pPr>
            <a:r>
              <a:rPr lang="en-US" sz="780" dirty="0">
                <a:solidFill>
                  <a:srgbClr val="5B6472"/>
                </a:solidFill>
              </a:rPr>
              <a:t>Manager satisfaction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10332720" cy="233172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Measure four layers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Participation: who completed the program.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Learning: responsible AI and prompting knowledge.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Confidence: before/after survey movement.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Adoption: use cases and weekly usage.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Impact: manager feedback and workflow improvements.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24128" y="2880360"/>
            <a:ext cx="0" cy="205740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Measurement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What to measure and how to collect it.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71600"/>
          <a:ext cx="1097280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4754880"/>
              </a:tblGrid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Measurement area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Example metric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Completion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LMS report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86% completion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Confidence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Pre/post survey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2.4 → 4.1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Knowledge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Responsible AI quiz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91% average score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Adoption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Use case form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47 use cases submitted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Quality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Prompt review rubric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82% average prompt quality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 feedback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 survey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4.4/5 satisfaction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Improvement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Monthly dashboard review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Follow-up actions by team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Prompt quality rubric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rubric helps review whether prompts are clear, safe, and useful.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443484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389120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Strong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Context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No context provided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Clear, relevant work context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Task clarity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Vague request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Specific and actionable task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Output format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No format requested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Clear format requested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Tone / audience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Not defined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Audience and tone defined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Constraints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No limitations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Clear boundaries and requirements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Responsible use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Risk ignored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Risk level and review considered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Human review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Not mentioned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Review explicitly required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Implementation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phased rollout reduces risk and improves adoption.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01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Discovery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Survey and manager interviews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19426" y="185166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93162" y="137160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02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Design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Build journey and templates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26787" y="185166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00523" y="137160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03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Pilot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30–40 participants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4149" y="185166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07885" y="137160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04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Rollout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Scale across teams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41510" y="185166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15246" y="137160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05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Improve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Review dashboard monthly</a:t>
            </a:r>
            <a:endParaRPr lang="en-US" sz="1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474720"/>
          <a:ext cx="10149840" cy="2057400"/>
        </p:xfrm>
        <a:graphic>
          <a:graphicData uri="http://schemas.openxmlformats.org/drawingml/2006/table">
            <a:tbl>
              <a:tblPr/>
              <a:tblGrid>
                <a:gridCol w="2377440"/>
                <a:gridCol w="7772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Outputs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Discovery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Needs analysis, audience segmentation, priority use cases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Design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Learning journey, checklist, prompt library, dashboard plan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Pilot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Feedback, revised content, adoption insights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Rollout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Communication campaign, LMS tracking, manager support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Continuous improvement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New templates, updated FAQ, follow-up workshops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Communication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Create clarity, reduce fear, and drive participation.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52120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Core message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AI is here to support better work, not replace human judgment.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The program focuses on safe, practical, role-based use cases.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Every participant will leave with templates and one real use case.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Managers will receive tools to support adoption in their teams.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1554480"/>
            <a:ext cx="0" cy="29260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21208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Channels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Email launch announcement.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Slack / Teams posts.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LMS announcement.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Manager briefing.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Short video from HR / L&amp;D.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Monthly AI use case spotlight.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54480"/>
            <a:ext cx="0" cy="29260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solidFill>
            <a:srgbClr val="DDF7EC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 briefing question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Which team tasks are repetitive, time-consuming, or writing-heavy enough to become safe AI use cases?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5568" y="5212080"/>
            <a:ext cx="0" cy="41148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Risks and mitigation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Every AI enablement program needs guardrails.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434840"/>
        </p:xfrm>
        <a:graphic>
          <a:graphicData uri="http://schemas.openxmlformats.org/drawingml/2006/table">
            <a:tbl>
              <a:tblPr/>
              <a:tblGrid>
                <a:gridCol w="3657600"/>
                <a:gridCol w="7178040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Employees enter sensitive information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Responsible AI checklist and clear examples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Training completion without adoption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Use case lab and manager follow-up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Managers do not reinforce adoption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Manager briefing and prompt cards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AI outputs are inaccurate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Human review and fact-check guidance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Program feels too theoretical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Real work exercises and templates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Adoption varies by department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Dashboard by team and targeted follow-up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Employees fear replacement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Messaging: AI supports, people decide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Manager role in adoption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Managers turn training into team habits.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5257800" cy="39776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Managers should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Model safe AI use in their own work.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Discuss approved use cases in team meetings.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Ask what blockers employees face.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Review submitted use cases and outputs.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Encourage human review and quality control.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Escalate unclear or risky use cases.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5528" y="1554480"/>
            <a:ext cx="0" cy="370332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257800" cy="397764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 discussion questions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Where can AI reduce repetitive work?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Which tasks should never use AI without review?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What prompt templates should we standardize?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How will we check quality?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What use case should we test this month?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54480"/>
            <a:ext cx="0" cy="370332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Employee role in adoption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Employees own safe, thoughtful use of AI in daily work.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01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Choose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Select a safe, useful task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19426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93162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02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Prompt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Use structured prompts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26787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00523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03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Review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Check accuracy and privacy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4149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07885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04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Apply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Use output thoughtfully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41510" y="1988820"/>
            <a:ext cx="146304" cy="0"/>
          </a:xfrm>
          <a:prstGeom prst="line">
            <a:avLst/>
          </a:prstGeom>
          <a:noFill/>
          <a:ln w="16510">
            <a:solidFill>
              <a:srgbClr val="A69BE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15246" y="1508760"/>
            <a:ext cx="2006194" cy="9601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9BE8"/>
                </a:solidFill>
              </a:rPr>
              <a:t>05
</a:t>
            </a:r>
            <a:pPr algn="ctr" indent="0" marL="0">
              <a:buNone/>
            </a:pPr>
            <a:r>
              <a:rPr lang="en-US" sz="1050" b="1" dirty="0">
                <a:solidFill>
                  <a:srgbClr val="17213F"/>
                </a:solidFill>
              </a:rPr>
              <a:t>Share
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</a:rPr>
              <a:t>Document the use case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1033272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Employee commitments
</a:t>
            </a:r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Do not enter confidential or personal data into unapproved tools.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Review every AI output before using or sharing it.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Use AI as support, not as final authority.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Ask for guidance when risk is unclear.</a:t>
            </a:r>
            <a:endParaRPr lang="en-US" sz="1200" dirty="0"/>
          </a:p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</a:rPr>
              <a:t>• Share useful, safe use cases for team learning.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" y="3840480"/>
            <a:ext cx="0" cy="169164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Knowledge hub and learning assets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central hub helps sustain adoption after the sessions.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Program overview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Purpose, audience, learning journey, and expectations.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1554480"/>
            <a:ext cx="0" cy="91440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1732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Responsible AI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Checklist, do’s and don’ts, escalation guidance.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1554480"/>
            <a:ext cx="0" cy="91440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41732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Prompt library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Approved prompts by role and use case.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1554480"/>
            <a:ext cx="0" cy="914400"/>
          </a:xfrm>
          <a:prstGeom prst="line">
            <a:avLst/>
          </a:prstGeom>
          <a:noFill/>
          <a:ln w="381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1417320"/>
            <a:ext cx="2560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Use case bank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Submitted examples, outputs, risk levels, and lessons learned.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33688" y="1554480"/>
            <a:ext cx="0" cy="91440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291840"/>
            <a:ext cx="3840480" cy="118872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Manager toolkit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Prompt cards, discussion guide, adoption checklist, and FAQ.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38528" y="3429000"/>
            <a:ext cx="0" cy="91440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291840"/>
            <a:ext cx="3840480" cy="118872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Measurement dashboard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Completion, confidence, usage, use cases, quality, and follow-up actions.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01968" y="3429000"/>
            <a:ext cx="0" cy="91440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166360"/>
            <a:ext cx="10012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Suggested platform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Notion / LMS / internal knowledge portal with search, tags, and role-based pages.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07008" y="5303520"/>
            <a:ext cx="0" cy="320040"/>
          </a:xfrm>
          <a:prstGeom prst="line">
            <a:avLst/>
          </a:prstGeom>
          <a:noFill/>
          <a:ln w="38100">
            <a:solidFill>
              <a:srgbClr val="DDEBFF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Portfolio project deliverables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What this L&amp;D project includes.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434840"/>
        </p:xfrm>
        <a:graphic>
          <a:graphicData uri="http://schemas.openxmlformats.org/drawingml/2006/table">
            <a:tbl>
              <a:tblPr/>
              <a:tblGrid>
                <a:gridCol w="3108960"/>
                <a:gridCol w="7726680"/>
              </a:tblGrid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Facilitator Deck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Full training content, activities, discussion questions, and notes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Case Study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Recruiter-friendly summary of the business challenge and solution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AI Adoption Dashboard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Measurement of completion, confidence, use cases, and adoption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Learning Portal Mockup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Shows LMS / platform thinking and user experience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Knowledge Hub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Centralized resources, prompt library, FAQ, and templates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Prompt Library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Ready-to-use prompts by role and task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Responsible AI Checklist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Practical guardrails for safe daily use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Final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The goal is safe, practical, measurable adoption.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51206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1. AI adoption is a learning challenge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Tool access is not enough. Employees need practice, examples, and confidence.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1554480"/>
            <a:ext cx="0" cy="82296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1206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2. Responsible use must be practical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Policies need to become checklists, scenarios, templates, and habits.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73368" y="1554480"/>
            <a:ext cx="0" cy="822960"/>
          </a:xfrm>
          <a:prstGeom prst="line">
            <a:avLst/>
          </a:prstGeom>
          <a:noFill/>
          <a:ln w="38100">
            <a:solidFill>
              <a:srgbClr val="FDE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34640"/>
            <a:ext cx="51206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3. Managers are adoption multipliers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Managers reinforce safe use cases, quality review, and team-level learning.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2971800"/>
            <a:ext cx="0" cy="822960"/>
          </a:xfrm>
          <a:prstGeom prst="line">
            <a:avLst/>
          </a:prstGeom>
          <a:noFill/>
          <a:ln w="38100">
            <a:solidFill>
              <a:srgbClr val="D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2834640"/>
            <a:ext cx="51206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4. Measurement matters
</a:t>
            </a:r>
            <a:pPr indent="0" marL="0">
              <a:buNone/>
            </a:pPr>
            <a:r>
              <a:rPr lang="en-US" sz="920" dirty="0">
                <a:solidFill>
                  <a:srgbClr val="1F2937"/>
                </a:solidFill>
              </a:rPr>
              <a:t>Success is measured by confidence, use cases, quality, and workflow adoption.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73368" y="2971800"/>
            <a:ext cx="0" cy="822960"/>
          </a:xfrm>
          <a:prstGeom prst="line">
            <a:avLst/>
          </a:prstGeom>
          <a:noFill/>
          <a:ln w="38100">
            <a:solidFill>
              <a:srgbClr val="DDF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507492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F"/>
                </a:solidFill>
              </a:rPr>
              <a:t>AI should make work clearer, faster, and safer — without replacing human judgment.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4465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AI Enablement Program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3F"/>
                </a:solidFill>
              </a:rPr>
              <a:t>Appendix — sample pre/post survey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86384"/>
            <a:ext cx="960120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Use the survey to measure confidence, knowledge, and adoption readiness.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11064240" cy="0"/>
          </a:xfrm>
          <a:prstGeom prst="line">
            <a:avLst/>
          </a:prstGeom>
          <a:noFill/>
          <a:ln w="13970">
            <a:solidFill>
              <a:srgbClr val="A69BE8">
                <a:alpha val="85000"/>
              </a:srgbClr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789920" cy="3611880"/>
        </p:xfrm>
        <a:graphic>
          <a:graphicData uri="http://schemas.openxmlformats.org/drawingml/2006/table">
            <a:tbl>
              <a:tblPr/>
              <a:tblGrid>
                <a:gridCol w="8046720"/>
                <a:gridCol w="2743200"/>
              </a:tblGrid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Survey item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84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 understand how AI can support my work.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1–5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 feel confident writing prompts for daily tasks.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1–5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 know what information I should not enter into AI tools.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1–5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 can review and validate AI outputs before using them.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1–5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 can identify relevant AI use cases in my role.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1–5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I know when human review is required.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F2937"/>
                          </a:solidFill>
                        </a:rPr>
                        <a:t>1–5</a:t>
                      </a:r>
                      <a:endParaRPr lang="en-US" sz="720" dirty="0"/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97280" y="5257800"/>
            <a:ext cx="9966960" cy="685800"/>
          </a:xfrm>
          <a:prstGeom prst="rect">
            <a:avLst/>
          </a:prstGeom>
          <a:solidFill>
            <a:srgbClr val="F1EEFF"/>
          </a:solidFill>
          <a:ln>
            <a:solidFill>
              <a:srgbClr val="E5E7EB">
                <a:alpha val="80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3F"/>
                </a:solidFill>
              </a:rPr>
              <a:t>Open questions
</a:t>
            </a:r>
            <a:pPr indent="0" marL="0">
              <a:buNone/>
            </a:pPr>
            <a:r>
              <a:rPr lang="en-US" sz="890" dirty="0">
                <a:solidFill>
                  <a:srgbClr val="1F2937"/>
                </a:solidFill>
              </a:rPr>
              <a:t>What would you like AI to help you with? What concerns do you have? What support would help you continue using AI responsibly?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07008" y="5394960"/>
            <a:ext cx="0" cy="411480"/>
          </a:xfrm>
          <a:prstGeom prst="line">
            <a:avLst/>
          </a:prstGeom>
          <a:noFill/>
          <a:ln w="38100">
            <a:solidFill>
              <a:srgbClr val="A69BE8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08760" y="2240280"/>
            <a:ext cx="9144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DEBFF"/>
                </a:solidFill>
              </a:rPr>
              <a:t>AI supports better work. People remain responsible for judgment, quality, and impact.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86200" y="5760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EEFF"/>
                </a:solidFill>
              </a:rPr>
              <a:t>End of facilitator deck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Program: From Awareness to Workflow Adoption</dc:title>
  <dc:subject>AI Enablement Program</dc:subject>
  <dc:creator>Ayelet Nogrian</dc:creator>
  <cp:lastModifiedBy>Ayelet Nogrian</cp:lastModifiedBy>
  <cp:revision>1</cp:revision>
  <dcterms:created xsi:type="dcterms:W3CDTF">2026-04-30T07:38:36Z</dcterms:created>
  <dcterms:modified xsi:type="dcterms:W3CDTF">2026-04-30T07:38:36Z</dcterms:modified>
</cp:coreProperties>
</file>